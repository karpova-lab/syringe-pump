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0"/>
    <p:restoredTop sz="94667"/>
  </p:normalViewPr>
  <p:slideViewPr>
    <p:cSldViewPr snapToGrid="0">
      <p:cViewPr varScale="1">
        <p:scale>
          <a:sx n="165" d="100"/>
          <a:sy n="165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EEF4-B23E-9CE7-4E48-12F4FE076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A4722-E211-C25D-3ACB-8A629887C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8E1B7-0368-DBD0-5162-EF6A1EF4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C369A-B2F4-D33B-6715-B9044555D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CEBF-5864-31EC-AC20-5429432C2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1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6851-A7B8-012C-A147-AA08B5D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F8B64-FC3D-3EE1-189F-A7E5E9C17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83348-F11B-66C6-ADB8-82E30A5A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30D7-1CF3-CEEA-8EF1-8BC035E0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F7C76-7EA8-3830-9355-F77AA05F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4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06E0-CD7C-1937-DA44-B3BA8FA5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714F7-0D54-5F34-8C14-050ABA2F9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24E2C-00DC-02EF-2BFA-7A0E7DEC5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7A244-CBC5-0309-8337-46B1D8A4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CAEA0-CEE3-7560-732F-6D57CAD5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9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BFA7-924D-D4F1-2C04-B67E77A6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843A6-B5F9-7B7E-9D48-C63A3B518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B5048-7979-5DD7-1C41-243BC76F2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2BD6F-0112-888E-C2FF-3F82D555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6375F-8EBA-D924-32B3-E1DC0B2F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3B6DA-92E4-1BC2-A218-F72EDA3A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5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B919-2980-F628-76BD-6F669E95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DFF5C-6D47-663F-AB71-D8BC3F622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9B535-4010-BCDB-4F59-B01A92CEB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9294B-C017-DC99-884B-D6762FBBF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47258-BA3D-319A-E0D0-1CB22CB87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D8440-1D59-0FB7-1327-1E1BC66F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69D78-B611-B3D6-8020-CF5A39DB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8715CF-31CE-3E2D-667F-22CA86AB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58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B137D-4D8F-516B-7DD4-F58D22F6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D9A1E6-F6A2-38D3-6287-35C4588D2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9F1EE-BC2D-4110-2A4A-0FF20ED5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89D4C-5F9B-B88C-631C-7812C322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3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194AA-8E67-292F-8F81-A6D3A70A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9BCCD-FA42-FFE7-9284-B00AB3F28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99F5B-2BB6-D3C9-62E8-20D2C303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9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9128E-EE41-9E5E-F438-FD854A50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30680-B382-8A17-D655-91FBABBEB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10613-682D-2638-B53D-94471FCA6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73D56-1893-A4F4-B312-568511CF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4D93A-815A-5C3F-43E6-AD6236413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AD4DE-1471-A5F1-E92F-D7BD7BCF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0D5E-0233-E4DE-043E-0EA1871A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0E8C1-1D92-0662-2168-58116CFF1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E8F47-8A7D-F5AA-B42E-F5D43E77C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E06FB-F574-6EFE-61BE-C0967B41B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4394-0EFB-5D06-8A8E-4981B6D9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3FC24-E5F8-1304-8C1E-03D2EF8B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1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540D-2E68-0A06-799C-AF310D82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3320E-0B0B-0517-8BAD-C14EABF6E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02AD2-C9F7-B6A6-104D-05E478119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C5D4E-A0D2-8477-CD61-E2A0DF6B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A9B5D-452E-55DA-B8C4-32AE69E9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0FBE1-6839-BF61-BB4C-08869BCB8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F0AAD-2530-2C9A-8175-C1A21CAA6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1947-30B6-E4E0-5B33-68C5DA9D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69790-F76F-CA16-7951-6A531DC8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72C39-01D3-4EA1-A507-923D4A81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7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060825-49D9-8297-80E1-660CD4CFC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2F2A5-98B3-E537-4BB5-B02795503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02D34-B8E0-0297-6038-31BCE246E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F1F27-03BB-CC44-BBF5-4355A5C41E24}" type="datetimeFigureOut">
              <a:rPr lang="en-US" smtClean="0"/>
              <a:t>12/29/24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97542-B92B-8296-D4DD-4E08A1C58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631ED-C9F9-3EC1-6709-422AEE96F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F06EA-8E54-9F4D-BED5-46D3A12F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5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achine&#10;&#10;Description automatically generated">
            <a:extLst>
              <a:ext uri="{FF2B5EF4-FFF2-40B4-BE49-F238E27FC236}">
                <a16:creationId xmlns:a16="http://schemas.microsoft.com/office/drawing/2014/main" id="{7880ED2B-E622-E16C-C4B9-31FA824BC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80" y="548439"/>
            <a:ext cx="7772400" cy="5761121"/>
          </a:xfrm>
          <a:prstGeom prst="rect">
            <a:avLst/>
          </a:prstGeom>
        </p:spPr>
      </p:pic>
      <p:pic>
        <p:nvPicPr>
          <p:cNvPr id="7" name="Picture 6" descr="A close-up of a machine&#10;&#10;Description automatically generated">
            <a:extLst>
              <a:ext uri="{FF2B5EF4-FFF2-40B4-BE49-F238E27FC236}">
                <a16:creationId xmlns:a16="http://schemas.microsoft.com/office/drawing/2014/main" id="{B2899069-7EC8-3B6C-F5D8-E6AC789D94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059"/>
          <a:stretch/>
        </p:blipFill>
        <p:spPr>
          <a:xfrm>
            <a:off x="0" y="0"/>
            <a:ext cx="38267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4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Lustig, Andy</dc:creator>
  <cp:lastModifiedBy>Lustig, Andy</cp:lastModifiedBy>
  <cp:revision>2</cp:revision>
  <dcterms:created xsi:type="dcterms:W3CDTF">2024-12-20T23:09:55Z</dcterms:created>
  <dcterms:modified xsi:type="dcterms:W3CDTF">2025-01-02T00:46:10Z</dcterms:modified>
</cp:coreProperties>
</file>